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2"/>
    <p:restoredTop sz="94740"/>
  </p:normalViewPr>
  <p:slideViewPr>
    <p:cSldViewPr snapToGrid="0">
      <p:cViewPr>
        <p:scale>
          <a:sx n="106" d="100"/>
          <a:sy n="106" d="100"/>
        </p:scale>
        <p:origin x="2696" y="1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68105-114F-3243-A842-F64B498BEE0B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D6E72-1D6B-5E4D-A7ED-7E182FCEC78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85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168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14EA-8708-525B-9BBB-2588C166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58D47E-5CD0-7F2F-F58D-E5D73BE24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1DD8E2-2FEF-A8C3-9A04-77D3033D9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C56625-29DC-9797-418C-1418624CF4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007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11DEE-5C83-C111-14B4-287C872F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678F5C3-AE2F-D632-DD15-E61D4F83C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8986154-8B56-FA69-02E3-13B13651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4C3CBD-5019-CE32-64D3-4C1F0B46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637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7203E-22ED-811E-3596-F40EA14D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D88D0AB-B2AD-42A9-F562-1980363A5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1DAD22C-4C8D-4BEC-E22A-3E5B58055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6B6FC0-CB3B-0291-8830-2376E8016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343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25486-4915-3A39-0862-6A2B2D756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62AE5EF-F743-5ECE-3165-09F5D4EC6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EF7FB09-21E6-AF91-0F9D-A6242E781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349008-FB5D-E0DF-F06B-4B8F0BA84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029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F2E9B-453D-550A-583B-4F33FB69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DB7D58-CD5B-B78F-106C-F36CFD6CB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FBBD75E-422A-C7CC-C14C-3FD037837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CFD221-2DBA-2508-5387-72784BE29D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497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2B0B4-06BA-1CB5-ED24-EB3B4355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007AF8-E7D8-0CB5-DF71-30576A538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5949A3-1470-E57C-4846-9608BE7D6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2C3550-215D-2E35-C226-024A7B58C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D6E72-1D6B-5E4D-A7ED-7E182FCEC780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703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4A4CB-F984-844E-F4F8-1F329055D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DEC7A44-603E-C99B-064D-19856A3BC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AA0CE1-9297-61A9-C2D2-1D110FEE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EDFC5E-1ED1-1543-2766-DCF5A485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16B83-16F4-4172-B0B4-FE33D52B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463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6C4AE3-DA3B-B0D1-417D-3FBB9973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A6D913-F04F-C20E-7CBF-7AB533F57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79953B-36E2-4EF0-CDAA-2EA23464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B26B55-F723-D4BC-4577-315D3A84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83BE1D-4A16-B182-2418-1E890E28D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83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CDE06-D873-1166-A790-3506D7D7C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6BB623-838F-AB6F-31ED-9EC850BE7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5E3342-8899-7E5F-BBBA-11EF13E0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C56B97-3502-0337-DB6A-55A42BF0A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1F3C0A-0BF5-E0FE-0680-9FB05632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36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7A220-E6E6-813A-28D3-BB1FDC70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1A5A6-8AC5-C801-65E0-A0CA13339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E9F40A-EE1B-2C6B-F76A-116D98A8E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9FD806-5902-F9B7-D01F-0C766919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CAD20D-90AE-8786-3F02-AB1CBDC4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4EF102-F891-6664-0A8C-869DD916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492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13E14A-B780-6866-589A-5844BD0F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A469CE-E137-EDEF-D617-6D113E65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B73031-450D-1EB4-5444-AD3BA97E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05EB5E-AB35-71AF-E499-C74602F66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49AAA9-B57D-D422-7152-CC5BB853A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B52BDF4-3121-9450-3EDD-81380F64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BC31503-775C-F912-177B-CA0B04A7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99830CC-C059-73AB-E512-5F388B9B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5576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1A044-73DD-342E-92F0-2158F57A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9A4621-64E4-DE58-09EF-DAAFABCBA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E48C1F-B41D-FB61-D104-3F24ABF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A0F4EC-98DB-10B9-86ED-99EACA80B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77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EF01A6-8655-14F3-E52E-B80EC937C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92C3312-5CBA-5D70-279D-CF2CAD6BC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5702FE-0728-32EC-DB0B-08064F32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838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EFA35-59A9-FEEC-ED76-9176C5A2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BEC5C4-00B3-AE90-1DAF-715C8BD33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504D7B-892B-6134-AFC8-608EF2530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DCC297-8614-52BC-7D58-84F5CEBF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3ACFC8-7E1C-52A1-13B0-CCBC9734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00B0E5-B0E6-E850-C025-FFDCFF352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22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FA2449-6255-9873-3E0A-5ED3FA3D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E44B47C-AFB2-83CD-6F2D-69073AF91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1641CA-2DDF-016D-C549-319851889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EA7CAC-9A44-F834-60FF-5D92C39C0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E944971-E7F6-9C8E-6631-1268C28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2E037A-619A-F946-DE74-ECE5F2D1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6246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FF399B-604D-738E-A4FA-BED8DBE9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41ACA54-27D5-9C7A-F414-CF8175762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B59123-D542-EB6B-B737-DE075A92E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E1A8A9-5E5D-AE85-BE05-09BC8D82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D9BAE7-6526-2665-C0CB-F1ECC7D8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78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3AA1FFD-CD38-A950-8268-E27825C53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E05910B-F9F3-24A5-33B9-8F22D3A9E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B66C03-3E30-C4C9-BE78-458B139F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A3DDB4-9DA8-14F8-A914-F43F5B55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588B4D-2658-FF27-1C43-BF9FA1DE1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8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EE9DAFD-7E34-EEBA-A9DB-76F74CB9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69C004-E71B-8FBB-829D-652FB78C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6F59E4-8F7D-890C-D98C-71C232F17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FB312-BA15-5949-A887-9611BBF69CC5}" type="datetimeFigureOut">
              <a:rPr kumimoji="1" lang="ja-JP" altLang="en-US" smtClean="0"/>
              <a:t>2026/7/20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626757-6BD0-468E-774E-176485031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279D5A-9399-AA6A-42DB-7ED650E16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A0EEEF-C7B2-124C-9D37-6D66D062DD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60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56EFDB-35EA-05B7-AFBD-32F17F85EFB3}"/>
              </a:ext>
            </a:extLst>
          </p:cNvPr>
          <p:cNvSpPr/>
          <p:nvPr/>
        </p:nvSpPr>
        <p:spPr>
          <a:xfrm>
            <a:off x="3457575" y="400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536EE48-D100-FACC-292A-09A041FF8D52}"/>
              </a:ext>
            </a:extLst>
          </p:cNvPr>
          <p:cNvSpPr/>
          <p:nvPr/>
        </p:nvSpPr>
        <p:spPr>
          <a:xfrm>
            <a:off x="3457575" y="140017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A9290C2-7F3C-E5E4-840E-92FF32474F06}"/>
              </a:ext>
            </a:extLst>
          </p:cNvPr>
          <p:cNvSpPr/>
          <p:nvPr/>
        </p:nvSpPr>
        <p:spPr>
          <a:xfrm>
            <a:off x="3457575" y="397192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86272E-0775-0745-E9B8-51D3E382A6DE}"/>
              </a:ext>
            </a:extLst>
          </p:cNvPr>
          <p:cNvSpPr/>
          <p:nvPr/>
        </p:nvSpPr>
        <p:spPr>
          <a:xfrm>
            <a:off x="3457575" y="4972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9F03D0A-60E4-1F85-5A54-095F3E909439}"/>
              </a:ext>
            </a:extLst>
          </p:cNvPr>
          <p:cNvSpPr txBox="1"/>
          <p:nvPr/>
        </p:nvSpPr>
        <p:spPr>
          <a:xfrm>
            <a:off x="4587270" y="7011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アーティスト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96A59CA-EC5E-5584-36F1-74999CAEE25B}"/>
              </a:ext>
            </a:extLst>
          </p:cNvPr>
          <p:cNvSpPr txBox="1"/>
          <p:nvPr/>
        </p:nvSpPr>
        <p:spPr>
          <a:xfrm>
            <a:off x="5048934" y="171557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名前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5DA3E6-E12E-057C-4231-4DDC81607E19}"/>
              </a:ext>
            </a:extLst>
          </p:cNvPr>
          <p:cNvSpPr txBox="1"/>
          <p:nvPr/>
        </p:nvSpPr>
        <p:spPr>
          <a:xfrm>
            <a:off x="5048934" y="42587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作品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208E9D7-B156-03F7-4531-6BCAD1A5392A}"/>
              </a:ext>
            </a:extLst>
          </p:cNvPr>
          <p:cNvSpPr txBox="1"/>
          <p:nvPr/>
        </p:nvSpPr>
        <p:spPr>
          <a:xfrm>
            <a:off x="4702685" y="5273160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タイトル</a:t>
            </a:r>
            <a:endParaRPr kumimoji="1" lang="en-US" altLang="ja-JP" dirty="0"/>
          </a:p>
          <a:p>
            <a:pPr algn="ctr"/>
            <a:r>
              <a:rPr lang="ja-JP" altLang="en-US"/>
              <a:t>制作年月日</a:t>
            </a:r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5E9DB30-BAC7-762D-382C-A18BA20D365B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372100" y="2400300"/>
            <a:ext cx="0" cy="1571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E7A0C2-8510-3C31-3378-00DD16CCA001}"/>
              </a:ext>
            </a:extLst>
          </p:cNvPr>
          <p:cNvSpPr txBox="1"/>
          <p:nvPr/>
        </p:nvSpPr>
        <p:spPr>
          <a:xfrm>
            <a:off x="5372098" y="2400300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1..*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1E735C1-CC03-CA96-5F83-04B083A4FBB4}"/>
              </a:ext>
            </a:extLst>
          </p:cNvPr>
          <p:cNvSpPr txBox="1"/>
          <p:nvPr/>
        </p:nvSpPr>
        <p:spPr>
          <a:xfrm>
            <a:off x="5372098" y="3655098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1..*</a:t>
            </a:r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B539A45-B6F3-17B6-67AA-37DEFB424EB9}"/>
              </a:ext>
            </a:extLst>
          </p:cNvPr>
          <p:cNvSpPr txBox="1"/>
          <p:nvPr/>
        </p:nvSpPr>
        <p:spPr>
          <a:xfrm>
            <a:off x="5320000" y="30514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制作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FB80C6F-B626-E9F6-B85C-1313B10C1851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kumimoji="1" lang="en-US" altLang="ja-JP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782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FF228-0740-73E0-5554-516DDF36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D5CFE59-9FD3-5DE9-6E92-E91E92D9A115}"/>
              </a:ext>
            </a:extLst>
          </p:cNvPr>
          <p:cNvSpPr/>
          <p:nvPr/>
        </p:nvSpPr>
        <p:spPr>
          <a:xfrm>
            <a:off x="3457575" y="400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665E775-14B0-424D-8B54-4DCE71882C37}"/>
              </a:ext>
            </a:extLst>
          </p:cNvPr>
          <p:cNvSpPr/>
          <p:nvPr/>
        </p:nvSpPr>
        <p:spPr>
          <a:xfrm>
            <a:off x="3457575" y="140017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8652A1-A3B2-3A4F-544D-DEF9F8B8C5C0}"/>
              </a:ext>
            </a:extLst>
          </p:cNvPr>
          <p:cNvSpPr/>
          <p:nvPr/>
        </p:nvSpPr>
        <p:spPr>
          <a:xfrm>
            <a:off x="3457575" y="397192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28A39A9-2527-3910-9AB3-224003F1B581}"/>
              </a:ext>
            </a:extLst>
          </p:cNvPr>
          <p:cNvSpPr/>
          <p:nvPr/>
        </p:nvSpPr>
        <p:spPr>
          <a:xfrm>
            <a:off x="3457575" y="4972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8A6D57-72B8-D795-573F-89D9772F836C}"/>
              </a:ext>
            </a:extLst>
          </p:cNvPr>
          <p:cNvSpPr txBox="1"/>
          <p:nvPr/>
        </p:nvSpPr>
        <p:spPr>
          <a:xfrm>
            <a:off x="4818102" y="701159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ユーザー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9F0A77-2F22-109D-0169-F94312EEF06D}"/>
              </a:ext>
            </a:extLst>
          </p:cNvPr>
          <p:cNvSpPr txBox="1"/>
          <p:nvPr/>
        </p:nvSpPr>
        <p:spPr>
          <a:xfrm>
            <a:off x="4471853" y="1715572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メールアドレス</a:t>
            </a:r>
            <a:endParaRPr kumimoji="1" lang="en-US" altLang="ja-JP" dirty="0"/>
          </a:p>
          <a:p>
            <a:pPr algn="ctr"/>
            <a:r>
              <a:rPr lang="ja-JP" altLang="en-US"/>
              <a:t>パスワード</a:t>
            </a:r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2F38EA-74A0-8A84-ED1B-959D36CEF631}"/>
              </a:ext>
            </a:extLst>
          </p:cNvPr>
          <p:cNvSpPr txBox="1"/>
          <p:nvPr/>
        </p:nvSpPr>
        <p:spPr>
          <a:xfrm>
            <a:off x="4471853" y="4258747"/>
            <a:ext cx="180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有料オプション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C42986-5C23-3478-DB8F-0920E3669E1F}"/>
              </a:ext>
            </a:extLst>
          </p:cNvPr>
          <p:cNvSpPr txBox="1"/>
          <p:nvPr/>
        </p:nvSpPr>
        <p:spPr>
          <a:xfrm>
            <a:off x="5048934" y="52731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期間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68B83E6-C03A-5874-BC25-E5B7262F9027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372100" y="2400300"/>
            <a:ext cx="0" cy="1571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C7FEF43-DFF3-1DB2-A2B8-CE4128343674}"/>
              </a:ext>
            </a:extLst>
          </p:cNvPr>
          <p:cNvSpPr txBox="1"/>
          <p:nvPr/>
        </p:nvSpPr>
        <p:spPr>
          <a:xfrm>
            <a:off x="5372098" y="24003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A91713F-E52F-20E5-3E72-E8F3A3EEDA37}"/>
              </a:ext>
            </a:extLst>
          </p:cNvPr>
          <p:cNvSpPr txBox="1"/>
          <p:nvPr/>
        </p:nvSpPr>
        <p:spPr>
          <a:xfrm>
            <a:off x="5372098" y="3655098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0..1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C3BA35-07B0-C036-7505-39E1BEFBD271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lang="en-US" altLang="ja-JP" dirty="0"/>
              <a:t>2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3542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138F9-4348-3A22-DF30-4D80CE442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992A5F-7743-B0B1-FB4A-F1408008EE0B}"/>
              </a:ext>
            </a:extLst>
          </p:cNvPr>
          <p:cNvSpPr/>
          <p:nvPr/>
        </p:nvSpPr>
        <p:spPr>
          <a:xfrm>
            <a:off x="2018083" y="1082069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EA0A95-5992-7A4A-E7A8-147257CFE916}"/>
              </a:ext>
            </a:extLst>
          </p:cNvPr>
          <p:cNvSpPr/>
          <p:nvPr/>
        </p:nvSpPr>
        <p:spPr>
          <a:xfrm>
            <a:off x="2018083" y="2082194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94E76B-91DF-6ED0-CBD9-CFBA2FEBB97A}"/>
              </a:ext>
            </a:extLst>
          </p:cNvPr>
          <p:cNvSpPr/>
          <p:nvPr/>
        </p:nvSpPr>
        <p:spPr>
          <a:xfrm>
            <a:off x="7592614" y="1106179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3833D3-1BF1-D993-A2A7-2C02BA11D8FB}"/>
              </a:ext>
            </a:extLst>
          </p:cNvPr>
          <p:cNvSpPr/>
          <p:nvPr/>
        </p:nvSpPr>
        <p:spPr>
          <a:xfrm>
            <a:off x="7592614" y="2106304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063D6BA-1A95-F7B7-C1EC-DD106362AA33}"/>
              </a:ext>
            </a:extLst>
          </p:cNvPr>
          <p:cNvSpPr txBox="1"/>
          <p:nvPr/>
        </p:nvSpPr>
        <p:spPr>
          <a:xfrm>
            <a:off x="3724859" y="138317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A69FF4A-9664-B641-CF57-B36D2790C3A9}"/>
              </a:ext>
            </a:extLst>
          </p:cNvPr>
          <p:cNvSpPr txBox="1"/>
          <p:nvPr/>
        </p:nvSpPr>
        <p:spPr>
          <a:xfrm>
            <a:off x="3032359" y="2106304"/>
            <a:ext cx="1800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名称</a:t>
            </a:r>
            <a:endParaRPr kumimoji="1" lang="en-US" altLang="ja-JP" dirty="0"/>
          </a:p>
          <a:p>
            <a:pPr algn="ctr"/>
            <a:r>
              <a:rPr lang="ja-JP" altLang="en-US"/>
              <a:t>階数</a:t>
            </a:r>
            <a:endParaRPr lang="en-US" altLang="ja-JP" dirty="0"/>
          </a:p>
          <a:p>
            <a:pPr algn="ctr"/>
            <a:r>
              <a:rPr kumimoji="1" lang="ja-JP" altLang="en-US"/>
              <a:t>エレベータ有無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4DAD673-1C9B-8D36-EB38-B1574F60F821}"/>
              </a:ext>
            </a:extLst>
          </p:cNvPr>
          <p:cNvSpPr txBox="1"/>
          <p:nvPr/>
        </p:nvSpPr>
        <p:spPr>
          <a:xfrm>
            <a:off x="8606894" y="139300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マンション物件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D9BE332-3AE5-B6B0-492A-FA73286DED1D}"/>
              </a:ext>
            </a:extLst>
          </p:cNvPr>
          <p:cNvSpPr txBox="1"/>
          <p:nvPr/>
        </p:nvSpPr>
        <p:spPr>
          <a:xfrm>
            <a:off x="8953141" y="24074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部屋番号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809ED8F-57DE-F6D3-925F-992E650FB92B}"/>
              </a:ext>
            </a:extLst>
          </p:cNvPr>
          <p:cNvCxnSpPr>
            <a:cxnSpLocks/>
          </p:cNvCxnSpPr>
          <p:nvPr/>
        </p:nvCxnSpPr>
        <p:spPr>
          <a:xfrm>
            <a:off x="5847129" y="2423486"/>
            <a:ext cx="1745485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1927BDD-A34C-393F-35A4-64607B66BCF6}"/>
              </a:ext>
            </a:extLst>
          </p:cNvPr>
          <p:cNvSpPr txBox="1"/>
          <p:nvPr/>
        </p:nvSpPr>
        <p:spPr>
          <a:xfrm>
            <a:off x="5847129" y="209783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D47F0D3-9222-A36F-7E98-0880AFCB2FB0}"/>
              </a:ext>
            </a:extLst>
          </p:cNvPr>
          <p:cNvSpPr txBox="1"/>
          <p:nvPr/>
        </p:nvSpPr>
        <p:spPr>
          <a:xfrm>
            <a:off x="7266509" y="21248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*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FED007-C584-9AF8-BF38-13FD20F9A79C}"/>
              </a:ext>
            </a:extLst>
          </p:cNvPr>
          <p:cNvSpPr txBox="1"/>
          <p:nvPr/>
        </p:nvSpPr>
        <p:spPr>
          <a:xfrm>
            <a:off x="6380614" y="20978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帰属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31B9EF5-3D60-01CD-1D68-3251E9703225}"/>
              </a:ext>
            </a:extLst>
          </p:cNvPr>
          <p:cNvSpPr/>
          <p:nvPr/>
        </p:nvSpPr>
        <p:spPr>
          <a:xfrm>
            <a:off x="2018083" y="4362479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0E32CEB-6ACB-8BAE-34EC-C0ED0D5E1093}"/>
              </a:ext>
            </a:extLst>
          </p:cNvPr>
          <p:cNvSpPr/>
          <p:nvPr/>
        </p:nvSpPr>
        <p:spPr>
          <a:xfrm>
            <a:off x="2018083" y="5362604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5760F0-87B6-A2FF-04EE-D39271159D66}"/>
              </a:ext>
            </a:extLst>
          </p:cNvPr>
          <p:cNvSpPr/>
          <p:nvPr/>
        </p:nvSpPr>
        <p:spPr>
          <a:xfrm>
            <a:off x="7592614" y="4386589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8E4B34B-C62E-877D-B128-EF1684CBEE28}"/>
              </a:ext>
            </a:extLst>
          </p:cNvPr>
          <p:cNvSpPr/>
          <p:nvPr/>
        </p:nvSpPr>
        <p:spPr>
          <a:xfrm>
            <a:off x="7592614" y="5386714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D065CD8-E762-C52D-2A8D-7E635C0FB4A5}"/>
              </a:ext>
            </a:extLst>
          </p:cNvPr>
          <p:cNvSpPr txBox="1"/>
          <p:nvPr/>
        </p:nvSpPr>
        <p:spPr>
          <a:xfrm>
            <a:off x="3609443" y="46635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物件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5FC02F-8204-A8B3-4850-C922106E3B53}"/>
              </a:ext>
            </a:extLst>
          </p:cNvPr>
          <p:cNvSpPr txBox="1"/>
          <p:nvPr/>
        </p:nvSpPr>
        <p:spPr>
          <a:xfrm>
            <a:off x="3378609" y="5386714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所在地</a:t>
            </a:r>
            <a:endParaRPr kumimoji="1" lang="en-US" altLang="ja-JP" dirty="0"/>
          </a:p>
          <a:p>
            <a:pPr algn="ctr"/>
            <a:r>
              <a:rPr lang="ja-JP" altLang="en-US"/>
              <a:t>最寄駅</a:t>
            </a:r>
            <a:endParaRPr lang="en-US" altLang="ja-JP" dirty="0"/>
          </a:p>
          <a:p>
            <a:pPr algn="ctr"/>
            <a:r>
              <a:rPr kumimoji="1" lang="ja-JP" altLang="en-US"/>
              <a:t>販売価格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DA1741-E99E-38F6-924D-ACF156C14BCB}"/>
              </a:ext>
            </a:extLst>
          </p:cNvPr>
          <p:cNvSpPr txBox="1"/>
          <p:nvPr/>
        </p:nvSpPr>
        <p:spPr>
          <a:xfrm>
            <a:off x="8837726" y="46734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戸建て物件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8D6ED54-978D-6B59-C683-FF95954CF13A}"/>
              </a:ext>
            </a:extLst>
          </p:cNvPr>
          <p:cNvSpPr txBox="1"/>
          <p:nvPr/>
        </p:nvSpPr>
        <p:spPr>
          <a:xfrm>
            <a:off x="9068557" y="5687824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部屋数</a:t>
            </a:r>
            <a:endParaRPr kumimoji="1" lang="en-US" altLang="ja-JP" dirty="0"/>
          </a:p>
          <a:p>
            <a:pPr algn="ctr"/>
            <a:r>
              <a:rPr lang="ja-JP" altLang="en-US"/>
              <a:t>階数</a:t>
            </a:r>
            <a:endParaRPr kumimoji="1" lang="ja-JP" altLang="en-US"/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5EEB275-AC13-EF8C-B90A-3D99BCDB3B75}"/>
              </a:ext>
            </a:extLst>
          </p:cNvPr>
          <p:cNvCxnSpPr>
            <a:cxnSpLocks/>
            <a:endCxn id="18" idx="3"/>
          </p:cNvCxnSpPr>
          <p:nvPr/>
        </p:nvCxnSpPr>
        <p:spPr>
          <a:xfrm flipH="1">
            <a:off x="5847133" y="2945963"/>
            <a:ext cx="1745481" cy="1916579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7DE11BCA-367A-059E-E30C-563457C362AC}"/>
              </a:ext>
            </a:extLst>
          </p:cNvPr>
          <p:cNvCxnSpPr>
            <a:cxnSpLocks/>
          </p:cNvCxnSpPr>
          <p:nvPr/>
        </p:nvCxnSpPr>
        <p:spPr>
          <a:xfrm flipH="1">
            <a:off x="5847133" y="5594062"/>
            <a:ext cx="1745481" cy="0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DAD360E-EF45-8F48-D69D-24F0C47B2B4E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lang="en-US" altLang="ja-JP" dirty="0"/>
              <a:t>3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7004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E0251-1501-E423-C636-F39B2A29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B12F50E-BBFC-A5E0-997C-023FC0471499}"/>
              </a:ext>
            </a:extLst>
          </p:cNvPr>
          <p:cNvSpPr/>
          <p:nvPr/>
        </p:nvSpPr>
        <p:spPr>
          <a:xfrm>
            <a:off x="3457575" y="400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376970-9851-06AC-7B3F-89018F924B1D}"/>
              </a:ext>
            </a:extLst>
          </p:cNvPr>
          <p:cNvSpPr/>
          <p:nvPr/>
        </p:nvSpPr>
        <p:spPr>
          <a:xfrm>
            <a:off x="3457575" y="140017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1FC258-3A99-44FD-6B36-37A4C77B6A87}"/>
              </a:ext>
            </a:extLst>
          </p:cNvPr>
          <p:cNvSpPr/>
          <p:nvPr/>
        </p:nvSpPr>
        <p:spPr>
          <a:xfrm>
            <a:off x="3457575" y="397192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082CDAF-37AA-ED23-6A62-247DF2FB1F12}"/>
              </a:ext>
            </a:extLst>
          </p:cNvPr>
          <p:cNvSpPr/>
          <p:nvPr/>
        </p:nvSpPr>
        <p:spPr>
          <a:xfrm>
            <a:off x="3457575" y="4972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89712E-BC9C-38B1-A2A4-754ECF16893C}"/>
              </a:ext>
            </a:extLst>
          </p:cNvPr>
          <p:cNvSpPr txBox="1"/>
          <p:nvPr/>
        </p:nvSpPr>
        <p:spPr>
          <a:xfrm>
            <a:off x="4587271" y="7011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レンタル品目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CF6988-C4C3-A9AB-2AF8-5987103B21FC}"/>
              </a:ext>
            </a:extLst>
          </p:cNvPr>
          <p:cNvSpPr txBox="1"/>
          <p:nvPr/>
        </p:nvSpPr>
        <p:spPr>
          <a:xfrm>
            <a:off x="4587270" y="140669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品目コード</a:t>
            </a:r>
            <a:endParaRPr kumimoji="1" lang="en-US" altLang="ja-JP" dirty="0"/>
          </a:p>
          <a:p>
            <a:pPr algn="ctr"/>
            <a:r>
              <a:rPr lang="ja-JP" altLang="en-US"/>
              <a:t>名称</a:t>
            </a:r>
            <a:endParaRPr lang="en-US" altLang="ja-JP" dirty="0"/>
          </a:p>
          <a:p>
            <a:pPr algn="ctr"/>
            <a:r>
              <a:rPr kumimoji="1" lang="ja-JP" altLang="en-US"/>
              <a:t>レンタル単価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86D725C-7FAE-FEAD-A71D-4B766C451882}"/>
              </a:ext>
            </a:extLst>
          </p:cNvPr>
          <p:cNvSpPr txBox="1"/>
          <p:nvPr/>
        </p:nvSpPr>
        <p:spPr>
          <a:xfrm>
            <a:off x="4702687" y="425874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レンタル品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5080D1C-5999-14BC-5E67-5A14F73D8263}"/>
              </a:ext>
            </a:extLst>
          </p:cNvPr>
          <p:cNvSpPr txBox="1"/>
          <p:nvPr/>
        </p:nvSpPr>
        <p:spPr>
          <a:xfrm>
            <a:off x="4471852" y="5273160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レンタル品</a:t>
            </a:r>
            <a:r>
              <a:rPr lang="ja-JP" altLang="en-US"/>
              <a:t>番号</a:t>
            </a:r>
            <a:endParaRPr lang="en-US" altLang="ja-JP" dirty="0"/>
          </a:p>
          <a:p>
            <a:pPr algn="ctr"/>
            <a:r>
              <a:rPr kumimoji="1" lang="ja-JP" altLang="en-US"/>
              <a:t>購入年月日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889A570-B7D2-01E6-0734-EA24C2DFBE09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372100" y="2400300"/>
            <a:ext cx="0" cy="1571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C19B88D-A41A-AE8E-44E9-BE330F7F10FB}"/>
              </a:ext>
            </a:extLst>
          </p:cNvPr>
          <p:cNvSpPr txBox="1"/>
          <p:nvPr/>
        </p:nvSpPr>
        <p:spPr>
          <a:xfrm>
            <a:off x="5372098" y="24003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37E375F-EBBB-51D0-2173-C84AE2233BFC}"/>
              </a:ext>
            </a:extLst>
          </p:cNvPr>
          <p:cNvSpPr txBox="1"/>
          <p:nvPr/>
        </p:nvSpPr>
        <p:spPr>
          <a:xfrm>
            <a:off x="5372098" y="365509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*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C5CDC6-EB6A-34F4-49F7-0DABEBF07251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kumimoji="1" lang="en-US" altLang="ja-JP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337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4C94-015A-1777-C17D-6C920CD7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34B7DE-CE9B-2C0E-A013-514980A284D2}"/>
              </a:ext>
            </a:extLst>
          </p:cNvPr>
          <p:cNvSpPr/>
          <p:nvPr/>
        </p:nvSpPr>
        <p:spPr>
          <a:xfrm>
            <a:off x="3457575" y="400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609C72C-2817-2B49-3056-1F9FF5B8029D}"/>
              </a:ext>
            </a:extLst>
          </p:cNvPr>
          <p:cNvSpPr/>
          <p:nvPr/>
        </p:nvSpPr>
        <p:spPr>
          <a:xfrm>
            <a:off x="3457575" y="140017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2D7FC80-79F7-76D3-779B-7E791CB3DA95}"/>
              </a:ext>
            </a:extLst>
          </p:cNvPr>
          <p:cNvSpPr/>
          <p:nvPr/>
        </p:nvSpPr>
        <p:spPr>
          <a:xfrm>
            <a:off x="989053" y="3957638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DB64F25-C9DB-ECE0-173B-F67663D52F16}"/>
              </a:ext>
            </a:extLst>
          </p:cNvPr>
          <p:cNvSpPr/>
          <p:nvPr/>
        </p:nvSpPr>
        <p:spPr>
          <a:xfrm>
            <a:off x="989053" y="4957763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75F48B-194F-611D-5921-DD1E95D3F554}"/>
              </a:ext>
            </a:extLst>
          </p:cNvPr>
          <p:cNvSpPr txBox="1"/>
          <p:nvPr/>
        </p:nvSpPr>
        <p:spPr>
          <a:xfrm>
            <a:off x="5048936" y="7011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商品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399B488-9590-AD16-0D7A-49CBD1799D8D}"/>
              </a:ext>
            </a:extLst>
          </p:cNvPr>
          <p:cNvSpPr txBox="1"/>
          <p:nvPr/>
        </p:nvSpPr>
        <p:spPr>
          <a:xfrm>
            <a:off x="4818103" y="1686997"/>
            <a:ext cx="110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ジャンル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60B14C3-7B36-CD39-2424-99737B8C4F6E}"/>
              </a:ext>
            </a:extLst>
          </p:cNvPr>
          <p:cNvSpPr txBox="1"/>
          <p:nvPr/>
        </p:nvSpPr>
        <p:spPr>
          <a:xfrm>
            <a:off x="2349582" y="42444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物販商品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1F3CEE-B514-C5A6-7EF2-8043F9C1B6DD}"/>
              </a:ext>
            </a:extLst>
          </p:cNvPr>
          <p:cNvSpPr txBox="1"/>
          <p:nvPr/>
        </p:nvSpPr>
        <p:spPr>
          <a:xfrm>
            <a:off x="2464995" y="525887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在庫数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23E1F8-EFA4-6DCE-0A4C-68A4D5FECD27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kumimoji="1" lang="en-US" altLang="ja-JP" dirty="0"/>
              <a:t>5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0948AC4-C9C9-369B-8FC4-91946F6EB87D}"/>
              </a:ext>
            </a:extLst>
          </p:cNvPr>
          <p:cNvSpPr/>
          <p:nvPr/>
        </p:nvSpPr>
        <p:spPr>
          <a:xfrm>
            <a:off x="5789653" y="3957638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31B39E5-7D05-0986-C314-C4118E118838}"/>
              </a:ext>
            </a:extLst>
          </p:cNvPr>
          <p:cNvSpPr/>
          <p:nvPr/>
        </p:nvSpPr>
        <p:spPr>
          <a:xfrm>
            <a:off x="5789653" y="4957763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17B37A5-D1C8-37BE-254E-9F3075DB127A}"/>
              </a:ext>
            </a:extLst>
          </p:cNvPr>
          <p:cNvSpPr txBox="1"/>
          <p:nvPr/>
        </p:nvSpPr>
        <p:spPr>
          <a:xfrm>
            <a:off x="6573101" y="424446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デジタルコンテンツ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C694FD-3D27-7EEB-2313-89497E0CAD91}"/>
              </a:ext>
            </a:extLst>
          </p:cNvPr>
          <p:cNvSpPr txBox="1"/>
          <p:nvPr/>
        </p:nvSpPr>
        <p:spPr>
          <a:xfrm>
            <a:off x="7381010" y="5258873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URL</a:t>
            </a:r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3F74131-26AD-AE0D-5D1E-0A774E816AF5}"/>
              </a:ext>
            </a:extLst>
          </p:cNvPr>
          <p:cNvCxnSpPr>
            <a:cxnSpLocks/>
          </p:cNvCxnSpPr>
          <p:nvPr/>
        </p:nvCxnSpPr>
        <p:spPr>
          <a:xfrm flipV="1">
            <a:off x="2903576" y="2419351"/>
            <a:ext cx="1632943" cy="1557338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39E5D67-6E50-1D38-7AE1-EC20C6AC5674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400300"/>
            <a:ext cx="1614161" cy="1591093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957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753B-8A32-7DB3-3BC1-D985DF8D4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D5ED70B-0C86-841E-7053-E616580A92E7}"/>
              </a:ext>
            </a:extLst>
          </p:cNvPr>
          <p:cNvSpPr/>
          <p:nvPr/>
        </p:nvSpPr>
        <p:spPr>
          <a:xfrm>
            <a:off x="3457575" y="400050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86A210-E308-6E2B-BFC5-3F61AE835D20}"/>
              </a:ext>
            </a:extLst>
          </p:cNvPr>
          <p:cNvSpPr/>
          <p:nvPr/>
        </p:nvSpPr>
        <p:spPr>
          <a:xfrm>
            <a:off x="3457575" y="140017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75F3BA9-475E-816D-8B33-C9A993E0D9FB}"/>
              </a:ext>
            </a:extLst>
          </p:cNvPr>
          <p:cNvSpPr/>
          <p:nvPr/>
        </p:nvSpPr>
        <p:spPr>
          <a:xfrm>
            <a:off x="3457575" y="397192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F49C92-FF99-B6F3-0EDA-4222FF2F62F8}"/>
              </a:ext>
            </a:extLst>
          </p:cNvPr>
          <p:cNvSpPr/>
          <p:nvPr/>
        </p:nvSpPr>
        <p:spPr>
          <a:xfrm>
            <a:off x="3457575" y="4972050"/>
            <a:ext cx="3829050" cy="12563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5CBB7C-66AC-805B-A37A-4AD55ACD620E}"/>
              </a:ext>
            </a:extLst>
          </p:cNvPr>
          <p:cNvSpPr txBox="1"/>
          <p:nvPr/>
        </p:nvSpPr>
        <p:spPr>
          <a:xfrm>
            <a:off x="4587272" y="70115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企業グループ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275C6A-5B3E-AFA6-B614-EE5091512951}"/>
              </a:ext>
            </a:extLst>
          </p:cNvPr>
          <p:cNvSpPr txBox="1"/>
          <p:nvPr/>
        </p:nvSpPr>
        <p:spPr>
          <a:xfrm>
            <a:off x="5048936" y="42587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企業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DE30C34-4260-8791-9AA4-51FC000B1825}"/>
              </a:ext>
            </a:extLst>
          </p:cNvPr>
          <p:cNvSpPr txBox="1"/>
          <p:nvPr/>
        </p:nvSpPr>
        <p:spPr>
          <a:xfrm>
            <a:off x="4802834" y="5028039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名称</a:t>
            </a:r>
            <a:endParaRPr lang="en-US" altLang="ja-JP" dirty="0"/>
          </a:p>
          <a:p>
            <a:pPr algn="ctr"/>
            <a:r>
              <a:rPr kumimoji="1" lang="ja-JP" altLang="en-US"/>
              <a:t>所在地</a:t>
            </a:r>
            <a:endParaRPr kumimoji="1" lang="en-US" altLang="ja-JP" dirty="0"/>
          </a:p>
          <a:p>
            <a:pPr algn="ctr"/>
            <a:r>
              <a:rPr lang="ja-JP" altLang="en-US"/>
              <a:t>資本金</a:t>
            </a:r>
            <a:endParaRPr lang="en-US" altLang="ja-JP" dirty="0"/>
          </a:p>
          <a:p>
            <a:pPr algn="ctr"/>
            <a:r>
              <a:rPr kumimoji="1" lang="ja-JP" altLang="en-US"/>
              <a:t>代表者名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B640DDF-0BCF-2D3A-0BF9-9995FF3F7C12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5372100" y="2400300"/>
            <a:ext cx="0" cy="1571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5F638A6-C65F-3348-AAF7-71E4B0CFD03A}"/>
              </a:ext>
            </a:extLst>
          </p:cNvPr>
          <p:cNvSpPr txBox="1"/>
          <p:nvPr/>
        </p:nvSpPr>
        <p:spPr>
          <a:xfrm>
            <a:off x="5372098" y="24003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59AC5D-706A-D820-0B47-E2FB800048E7}"/>
              </a:ext>
            </a:extLst>
          </p:cNvPr>
          <p:cNvSpPr txBox="1"/>
          <p:nvPr/>
        </p:nvSpPr>
        <p:spPr>
          <a:xfrm>
            <a:off x="5372098" y="3655098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0..*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375644-82CB-FA35-441D-F5CE45BE256F}"/>
              </a:ext>
            </a:extLst>
          </p:cNvPr>
          <p:cNvSpPr txBox="1"/>
          <p:nvPr/>
        </p:nvSpPr>
        <p:spPr>
          <a:xfrm>
            <a:off x="359229" y="52251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kumimoji="1" lang="en-US" altLang="ja-JP" dirty="0"/>
              <a:t>6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3FF4865-5DCD-F9B1-C966-2CCB76F3E7F4}"/>
              </a:ext>
            </a:extLst>
          </p:cNvPr>
          <p:cNvSpPr txBox="1"/>
          <p:nvPr/>
        </p:nvSpPr>
        <p:spPr>
          <a:xfrm>
            <a:off x="5372098" y="30850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束ねる</a:t>
            </a:r>
          </a:p>
        </p:txBody>
      </p:sp>
    </p:spTree>
    <p:extLst>
      <p:ext uri="{BB962C8B-B14F-4D97-AF65-F5344CB8AC3E}">
        <p14:creationId xmlns:p14="http://schemas.microsoft.com/office/powerpoint/2010/main" val="206706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8FDD3-6E83-025B-0747-1A6ED7519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3BE140-1AD3-ABFA-4993-CE6ADCCC0C8B}"/>
              </a:ext>
            </a:extLst>
          </p:cNvPr>
          <p:cNvSpPr/>
          <p:nvPr/>
        </p:nvSpPr>
        <p:spPr>
          <a:xfrm>
            <a:off x="3457575" y="34290"/>
            <a:ext cx="3829050" cy="4218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0A5AA4-FCDF-B00B-3C4C-326DCEE2B8DD}"/>
              </a:ext>
            </a:extLst>
          </p:cNvPr>
          <p:cNvSpPr/>
          <p:nvPr/>
        </p:nvSpPr>
        <p:spPr>
          <a:xfrm>
            <a:off x="3457575" y="462825"/>
            <a:ext cx="3829050" cy="1000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439592A-E9A6-940A-F859-2EE55FE220A0}"/>
              </a:ext>
            </a:extLst>
          </p:cNvPr>
          <p:cNvSpPr/>
          <p:nvPr/>
        </p:nvSpPr>
        <p:spPr>
          <a:xfrm>
            <a:off x="3457575" y="4855722"/>
            <a:ext cx="3829050" cy="318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5A11319-8D93-DF3F-A078-70B66AE30776}"/>
              </a:ext>
            </a:extLst>
          </p:cNvPr>
          <p:cNvSpPr/>
          <p:nvPr/>
        </p:nvSpPr>
        <p:spPr>
          <a:xfrm>
            <a:off x="3457575" y="5510242"/>
            <a:ext cx="3829050" cy="12563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5B65FD7-4C07-90DD-DB2C-EE1888533881}"/>
              </a:ext>
            </a:extLst>
          </p:cNvPr>
          <p:cNvSpPr txBox="1"/>
          <p:nvPr/>
        </p:nvSpPr>
        <p:spPr>
          <a:xfrm>
            <a:off x="4925463" y="86795"/>
            <a:ext cx="86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/>
              <a:t>Matrix</a:t>
            </a:r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E9793E2-27F2-E346-D765-372EC70F0A1B}"/>
              </a:ext>
            </a:extLst>
          </p:cNvPr>
          <p:cNvSpPr txBox="1"/>
          <p:nvPr/>
        </p:nvSpPr>
        <p:spPr>
          <a:xfrm>
            <a:off x="3790543" y="5566231"/>
            <a:ext cx="31325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/>
              <a:t>+Image(R, C)</a:t>
            </a:r>
          </a:p>
          <a:p>
            <a:pPr algn="ctr"/>
            <a:r>
              <a:rPr lang="en-US" altLang="ja-JP" dirty="0"/>
              <a:t>+</a:t>
            </a:r>
            <a:r>
              <a:rPr lang="en-US" altLang="ja-JP" dirty="0" err="1"/>
              <a:t>DrawLine</a:t>
            </a:r>
            <a:r>
              <a:rPr lang="en-US" altLang="ja-JP" dirty="0"/>
              <a:t>(x1, y1, x2, y2, v)</a:t>
            </a:r>
          </a:p>
          <a:p>
            <a:pPr algn="ctr"/>
            <a:r>
              <a:rPr kumimoji="1" lang="en-US" altLang="ja-JP" dirty="0"/>
              <a:t>+Rotate(angle</a:t>
            </a:r>
            <a:r>
              <a:rPr lang="en-US" altLang="ja-JP" dirty="0"/>
              <a:t>)</a:t>
            </a:r>
          </a:p>
          <a:p>
            <a:pPr algn="ctr"/>
            <a:r>
              <a:rPr kumimoji="1" lang="en-US" altLang="ja-JP" dirty="0"/>
              <a:t>+</a:t>
            </a:r>
            <a:r>
              <a:rPr kumimoji="1" lang="en-US" altLang="ja-JP" dirty="0" err="1"/>
              <a:t>ShowImage</a:t>
            </a:r>
            <a:r>
              <a:rPr kumimoji="1" lang="en-US" altLang="ja-JP" dirty="0"/>
              <a:t>()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B14FEB-D4F4-108A-4E50-D3165EE3B440}"/>
              </a:ext>
            </a:extLst>
          </p:cNvPr>
          <p:cNvSpPr txBox="1"/>
          <p:nvPr/>
        </p:nvSpPr>
        <p:spPr>
          <a:xfrm>
            <a:off x="359229" y="156754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問</a:t>
            </a:r>
            <a:r>
              <a:rPr kumimoji="1" lang="en-US" altLang="ja-JP" dirty="0"/>
              <a:t>7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6F15CAD-141D-95A9-1D8A-570B15483D12}"/>
              </a:ext>
            </a:extLst>
          </p:cNvPr>
          <p:cNvSpPr txBox="1"/>
          <p:nvPr/>
        </p:nvSpPr>
        <p:spPr>
          <a:xfrm>
            <a:off x="4616282" y="506134"/>
            <a:ext cx="19351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#_rows : int</a:t>
            </a:r>
          </a:p>
          <a:p>
            <a:r>
              <a:rPr lang="en-US" altLang="ja-JP" dirty="0"/>
              <a:t>#_cols : int</a:t>
            </a:r>
          </a:p>
          <a:p>
            <a:r>
              <a:rPr kumimoji="1" lang="en-US" altLang="ja-JP" dirty="0"/>
              <a:t>#_data : double*</a:t>
            </a:r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564DB76-D095-F6F5-751C-1417B3287030}"/>
              </a:ext>
            </a:extLst>
          </p:cNvPr>
          <p:cNvSpPr/>
          <p:nvPr/>
        </p:nvSpPr>
        <p:spPr>
          <a:xfrm>
            <a:off x="3457575" y="1451365"/>
            <a:ext cx="3829050" cy="28629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A58D9D8-5F2B-8E4F-76D6-EE5B8624134F}"/>
              </a:ext>
            </a:extLst>
          </p:cNvPr>
          <p:cNvSpPr txBox="1"/>
          <p:nvPr/>
        </p:nvSpPr>
        <p:spPr>
          <a:xfrm>
            <a:off x="4616282" y="1532136"/>
            <a:ext cx="218842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+Matrix(R, C)</a:t>
            </a:r>
            <a:endParaRPr kumimoji="1" lang="en-US" altLang="ja-JP" dirty="0"/>
          </a:p>
          <a:p>
            <a:r>
              <a:rPr lang="en-US" altLang="ja-JP" dirty="0"/>
              <a:t>+Matrix(R, C, </a:t>
            </a:r>
            <a:r>
              <a:rPr lang="en-US" altLang="ja-JP" dirty="0" err="1"/>
              <a:t>vals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+Matrix(m)</a:t>
            </a:r>
          </a:p>
          <a:p>
            <a:r>
              <a:rPr lang="en-US" altLang="ja-JP" dirty="0"/>
              <a:t>+~Matrix()</a:t>
            </a:r>
          </a:p>
          <a:p>
            <a:r>
              <a:rPr lang="en-US" altLang="ja-JP" dirty="0"/>
              <a:t>+Set(r, c, v)</a:t>
            </a:r>
          </a:p>
          <a:p>
            <a:r>
              <a:rPr lang="en-US" altLang="ja-JP" dirty="0"/>
              <a:t>+Set(</a:t>
            </a:r>
            <a:r>
              <a:rPr lang="en-US" altLang="ja-JP" dirty="0" err="1"/>
              <a:t>vals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+Get(r, c) : double</a:t>
            </a:r>
          </a:p>
          <a:p>
            <a:r>
              <a:rPr lang="en-US" altLang="ja-JP" dirty="0"/>
              <a:t>+Add(v)</a:t>
            </a:r>
          </a:p>
          <a:p>
            <a:r>
              <a:rPr lang="en-US" altLang="ja-JP" dirty="0"/>
              <a:t>+Add(m)</a:t>
            </a:r>
          </a:p>
          <a:p>
            <a:r>
              <a:rPr lang="en-US" altLang="ja-JP" dirty="0"/>
              <a:t>+Show()</a:t>
            </a:r>
          </a:p>
          <a:p>
            <a:endParaRPr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A5B40A5-20B7-F858-3B2C-750FAC41C6CB}"/>
              </a:ext>
            </a:extLst>
          </p:cNvPr>
          <p:cNvSpPr txBox="1"/>
          <p:nvPr/>
        </p:nvSpPr>
        <p:spPr>
          <a:xfrm>
            <a:off x="5076947" y="4817100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Image</a:t>
            </a:r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12D59FB-9B66-EEF3-622C-6917C5F0287E}"/>
              </a:ext>
            </a:extLst>
          </p:cNvPr>
          <p:cNvSpPr/>
          <p:nvPr/>
        </p:nvSpPr>
        <p:spPr>
          <a:xfrm>
            <a:off x="3457575" y="5180842"/>
            <a:ext cx="3829050" cy="318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53B05C8C-BF6F-740F-3888-558C992DF84E}"/>
              </a:ext>
            </a:extLst>
          </p:cNvPr>
          <p:cNvCxnSpPr>
            <a:cxnSpLocks/>
          </p:cNvCxnSpPr>
          <p:nvPr/>
        </p:nvCxnSpPr>
        <p:spPr>
          <a:xfrm flipV="1">
            <a:off x="5376271" y="4314353"/>
            <a:ext cx="0" cy="541369"/>
          </a:xfrm>
          <a:prstGeom prst="straightConnector1">
            <a:avLst/>
          </a:prstGeom>
          <a:ln w="222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57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207</Words>
  <Application>Microsoft Macintosh PowerPoint</Application>
  <PresentationFormat>ワイド画面</PresentationFormat>
  <Paragraphs>95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cfda5378</dc:creator>
  <cp:lastModifiedBy>cfda5378</cp:lastModifiedBy>
  <cp:revision>4</cp:revision>
  <dcterms:created xsi:type="dcterms:W3CDTF">2025-08-06T11:45:41Z</dcterms:created>
  <dcterms:modified xsi:type="dcterms:W3CDTF">2026-07-20T15:21:43Z</dcterms:modified>
</cp:coreProperties>
</file>